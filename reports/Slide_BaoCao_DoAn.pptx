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r>
              <a:rPr sz="1500">
                <a:solidFill>
                  <a:srgbClr val="4A5568"/>
                </a:solidFill>
              </a:rPr>
              <a:t>Đồ án môn Máy học · GVHD: Thầy Cáp Phạm Đình Thăng · Nhóm: &lt;tên thành viên&gt;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Bài toán: câu hỏi đời thường → nhóm quy định → Điều luật cụ thể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Luật 84/2015/QH13, văn bản hợp nhất 14/VBHN-VPQH (2024), phạm vi Điều 1–62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1A202C"/>
                </a:solidFill>
              </a:rPr>
              <a:t>• Cốt lõi Machine Learning: phân loại văn bản 8 lớp, so sánh 4 mô hình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42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do LLM (Claude) sinh từ nội dung Điều luật: 40 câu gốc/lớp, 5 văn phong; nhãn suy từ Điều, kiểm bằng validator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42 câu của người dân trên chinhsachonline.chinhphu.vn, nhãn LLM gán theo Điều mà Bộ trả lời viện dẫn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51.2%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36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58.6%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55.5%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~106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59.5%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71.4%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73.8%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r>
              <a:rPr sz="150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