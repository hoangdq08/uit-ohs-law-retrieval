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365D"/>
                </a:solidFill>
              </a:rPr>
              <a:t>TRƯỜNG ĐẠI HỌC CÔNG NGHỆ THÔNG TIN – ĐHQG-HCM</a:t>
            </a:r>
          </a:p>
          <a:p>
            <a:pPr>
              <a:spcBef>
                <a:spcPts val="200"/>
              </a:spcBef>
            </a:pPr>
            <a:r>
              <a:rPr sz="1150" b="1">
                <a:solidFill>
                  <a:srgbClr val="DD6B20"/>
                </a:solidFill>
              </a:rPr>
              <a:t>BÁO CÁO ĐỒ ÁN MÔN HỌC: MÁY HỌC (CS114.F31.CN2.TTNT)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pPr>
              <a:spcBef>
                <a:spcPts val="600"/>
              </a:spcBef>
            </a:pPr>
            <a:r>
              <a:rPr sz="1550">
                <a:solidFill>
                  <a:srgbClr val="4A5568"/>
                </a:solidFill>
              </a:rPr>
              <a:t>Hệ thống hai giai đoạn: Phân loại 8 nhóm quy định (ML) &amp; Tra cứu Điều luật cụ thể (IR)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THÔNG TIN THỰC HIỆN</a:t>
            </a:r>
          </a:p>
          <a:p>
            <a:r>
              <a:rPr sz="1200">
                <a:solidFill>
                  <a:srgbClr val="4A5568"/>
                </a:solidFill>
              </a:rPr>
              <a:t>Giảng viên hướng dẫn: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365D"/>
                </a:solidFill>
              </a:rPr>
              <a:t>ThS. Cáp Phạm Đình Thăng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DD6B20"/>
                </a:solidFill>
              </a:rPr>
              <a:t>Nhóm sinh viên thực hiện: Nhóm 27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Đỗ Quốc Hoàng  –  26410043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Trí Toàn  –  26410135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Văn Thái  –  26410108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TỔNG QUAN GIẢI PHÁP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Bài toán: Câu hỏi đời thường → 8 nhóm quy định (ML) → Top-k Điều luật (IR)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Văn bản pháp lý: Luật 84/2015/QH13, VBHN 14/2024 (phạm vi Điều 1–62)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Mô hình chọn theo val: TF-IDF (1,2)-gram + LinearSVC (Test F1: 90.5%, Thật F1: 62.0%)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Cam kết kỹ thuật: 100% Machine Learning truyền thống, chạy offline &amp; demo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dẫn, 1 thành viên gán nhãn mù kiểm chứng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