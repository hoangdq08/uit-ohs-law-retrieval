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r>
              <a:rPr sz="1500">
                <a:solidFill>
                  <a:srgbClr val="4A5568"/>
                </a:solidFill>
              </a:rPr>
              <a:t>Đồ án môn Máy học · GVHD: Thầy Cáp Phạm Đình Thăng · Nhóm: &lt;tên thành viên&gt;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Bài toán: câu hỏi đời thường → nhóm quy định → Điều luật cụ thể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Luật 84/2015/QH13, văn bản hợp nhất 14/VBHN-VPQH (2024), phạm vi Điều 1–62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Cốt lõi Machine Learning: phân loại văn bản 8 lớp, so sánh 4 mô hình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29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có kiểm soát: 40 câu gốc/lớp viết từ nội dung Điều luật, 5 văn phong (trung tính, công nhân, HSE, khiếu nại, rút gọn)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29 câu của người dân trên chinhsachonline.chinhphu.vn, nhãn theo Điều mà Bộ trả lời viện dẫn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53.0%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58.9%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47.0%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57.1%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52.2%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~127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65.5%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55.2%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96.5%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79.3%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64.3%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